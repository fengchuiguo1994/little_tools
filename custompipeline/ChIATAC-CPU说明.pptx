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4" autoAdjust="0"/>
    <p:restoredTop sz="96331" autoAdjust="0"/>
  </p:normalViewPr>
  <p:slideViewPr>
    <p:cSldViewPr snapToGrid="0">
      <p:cViewPr>
        <p:scale>
          <a:sx n="66" d="100"/>
          <a:sy n="66" d="100"/>
        </p:scale>
        <p:origin x="193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5A31-FE91-430E-84E2-B2CE87EE7C32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4F532-2214-4F52-A962-C17E53A93C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02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zcat</a:t>
            </a:r>
            <a:r>
              <a:rPr lang="en-US" altLang="zh-CN" dirty="0"/>
              <a:t> THG0099V_bulk.singlelinker.paired.fastq.gz | awk 'NR%4==1' | awk -F":" '{aa[$4]+=1}END{for(k in aa){print k"\</a:t>
            </a:r>
            <a:r>
              <a:rPr lang="en-US" altLang="zh-CN" dirty="0" err="1"/>
              <a:t>t"aa</a:t>
            </a:r>
            <a:r>
              <a:rPr lang="en-US" altLang="zh-CN" dirty="0"/>
              <a:t>[k]}}' | sort -n</a:t>
            </a:r>
          </a:p>
          <a:p>
            <a:r>
              <a:rPr lang="en-US" altLang="zh-CN" dirty="0"/>
              <a:t>THG0099V_bulk.singlelinker.paired.fastq.gz</a:t>
            </a:r>
          </a:p>
          <a:p>
            <a:r>
              <a:rPr lang="en-US" altLang="zh-CN" dirty="0"/>
              <a:t>897	204633031</a:t>
            </a:r>
          </a:p>
          <a:p>
            <a:r>
              <a:rPr lang="en-US" altLang="zh-CN" dirty="0"/>
              <a:t>898	207544914</a:t>
            </a:r>
          </a:p>
          <a:p>
            <a:r>
              <a:rPr lang="en-US" altLang="zh-CN" dirty="0"/>
              <a:t>THG0099V_bulk.singlelinker.single.fastq.gz</a:t>
            </a:r>
          </a:p>
          <a:p>
            <a:r>
              <a:rPr lang="en-US" altLang="zh-CN" dirty="0"/>
              <a:t>1153	166147786</a:t>
            </a:r>
          </a:p>
          <a:p>
            <a:r>
              <a:rPr lang="en-US" altLang="zh-CN" dirty="0"/>
              <a:t>1154	211308465</a:t>
            </a:r>
          </a:p>
          <a:p>
            <a:r>
              <a:rPr lang="en-US" altLang="zh-CN" dirty="0"/>
              <a:t>THG0099V_bulk.none.fastq.gz</a:t>
            </a:r>
          </a:p>
          <a:p>
            <a:r>
              <a:rPr lang="en-US" altLang="zh-CN" dirty="0"/>
              <a:t>0	104218499</a:t>
            </a:r>
          </a:p>
          <a:p>
            <a:r>
              <a:rPr lang="en-US" altLang="zh-CN" dirty="0"/>
              <a:t>THG0099V_bulk.tied.fastq.gz</a:t>
            </a:r>
          </a:p>
          <a:p>
            <a:r>
              <a:rPr lang="en-US" altLang="zh-CN" dirty="0"/>
              <a:t>288	310212</a:t>
            </a:r>
          </a:p>
          <a:p>
            <a:r>
              <a:rPr lang="en-US" altLang="zh-CN" dirty="0"/>
              <a:t>THG0099V_bulk.conflict.fastq.gz</a:t>
            </a:r>
          </a:p>
          <a:p>
            <a:r>
              <a:rPr lang="en-US" altLang="zh-CN" dirty="0"/>
              <a:t>512	727828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4F532-2214-4F52-A962-C17E53A93CF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379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4F532-2214-4F52-A962-C17E53A93CF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50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4F532-2214-4F52-A962-C17E53A93CF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417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4F532-2214-4F52-A962-C17E53A93CF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318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3C2B7-55ED-4ECF-BA51-E2F55A2AE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BB4E14-3C53-4C94-98EC-51A8298F4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DA8FF-BA98-4169-94A4-3C11C8EE8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F0AF6-B523-47AB-A909-507D3DD7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845E-7477-4C00-8C4B-17AEC12A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1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2B18F2-DFB7-4A37-97F4-45F46DF2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178C1-F8B8-4C84-A97F-B7E276281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2D12FB-1C71-4509-AAA5-1630C607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F1F473-790E-4459-8946-F48D04BD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5FE93A-CD31-40B8-AA49-16021965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41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7C4DFD-ECC4-4B6D-BD02-CFD97AF3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59716A-3D2E-49E2-81AD-064301E2C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7CA80A-2B17-4AD5-B307-FF9C0F82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D40DA-E7D3-450C-977A-AAEAD244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7D1F79-CA1D-496C-A5B1-1066473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394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C3757-67E8-4210-9BBA-400D69B2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7A8E3-574D-4E6E-BB1E-A356D8B0E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240072-955B-49B6-9E38-095CC60E0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1AACA4-4E7E-4B25-8EAC-A8EBE0A61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7F1657-4453-4FEF-AB28-CEAE000A4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9D244-EE05-4377-904A-78FDD7D2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72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2D3EC2-51AE-44EB-95C6-8DA38F44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43AF58-D541-4067-97CD-4C7510082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66EFFD-3416-4024-875E-5E0D2E7BB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675C88-A3B5-4425-AAF4-EE4686752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A61B94-34A6-4723-8219-0222D251F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05978D-CD32-4019-B618-4F5745A1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CCEF05-B02C-4CE5-8164-A87235CC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E8676B-E9ED-41A4-AEBF-FEF65AF5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036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F4CD4-F08D-477C-9744-55F6BDCC4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8F4A24-C561-4211-B888-A95A271C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6998E1-B2CD-449F-97B9-13A00493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A5EB16-29FE-4AD2-96DC-5E955521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286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6C5AC8-EA99-4E00-A7E1-943C182C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CB0C93-0BCF-4FFB-B1CC-B4BBB10F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D621A0-01B3-4072-91EF-BEC02052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22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7B9AD-6B56-4C67-98CE-4DEF76F7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112CA3-00D0-4C5E-8437-5317C028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13DC1C-D823-4595-BDC5-64E7FFC65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F9543F-DC22-4B25-B138-99287CEC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A00AE3-BFC8-420D-BDEC-BD09D759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AF8FF-2D92-4AF0-AA07-0C55FF09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51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A5324-9BB9-43EE-A5B5-7B2C9582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6D9338-8FC6-4C61-B1AC-5E36554CD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5AC804-1247-48D1-AD32-8365A1607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524AEA-2A2E-4346-A60D-81703086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397865-803A-4CE7-9DE1-79C665CB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EABDEE-62E7-4CDF-985B-B480ED29B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01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A3403-D51E-4D2A-B2A4-311DEACD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A3FEE5-9FE2-4859-A818-B611E1B2E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1E24-055C-4DC2-A853-66A3A8EFD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B96BAD-3E07-4B79-AC9B-6141FAEB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BDE0AA-9B33-4EF2-BA48-6593223C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4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F80D8A-6EBD-4DBD-92BE-B518DCBFB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3E68C1-CB41-49E9-9DAD-FF62F9C01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A8035A-A74D-46E5-AF82-1C215F3D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2BDE1-16AB-4642-9955-523E12793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DDB30-5C7E-4226-946F-0D989955A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8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571B95-7BFD-4860-AD9F-EBBD6435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26B7F3-9512-47B9-8603-C0950D9C1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48320-B492-4AC7-90C3-0427BBFD6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44B56-1085-4529-A7F9-4880CAF1EE19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B06A77-DFBB-43C0-A908-66AAF5816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939778-779E-45FF-A05E-F823FBC1B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F8C1C-136D-4C8C-9EF6-862D60076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29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eehongsg/CPU/blob/master/source/cputagcommon.h#L398-L41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2B3FDE-9CDF-406A-8CFD-1272D3B73E7F}"/>
              </a:ext>
            </a:extLst>
          </p:cNvPr>
          <p:cNvSpPr txBox="1"/>
          <p:nvPr/>
        </p:nvSpPr>
        <p:spPr>
          <a:xfrm>
            <a:off x="2555488" y="2847586"/>
            <a:ext cx="708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1:95:129:898:1101:2049:1000</a:t>
            </a:r>
            <a:endParaRPr lang="zh-CN" altLang="en-US" sz="4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E26A08-567B-4C7F-90CD-C12000842C1B}"/>
              </a:ext>
            </a:extLst>
          </p:cNvPr>
          <p:cNvSpPr txBox="1"/>
          <p:nvPr/>
        </p:nvSpPr>
        <p:spPr>
          <a:xfrm>
            <a:off x="0" y="501805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Rawid</a:t>
            </a:r>
            <a:endParaRPr lang="en-US" altLang="zh-CN" sz="4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4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A00739:714:H53H5DSX5:2:1101:2049:1000</a:t>
            </a:r>
            <a:endParaRPr lang="zh-CN" altLang="en-US" sz="4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BAFDE3-AD3E-48ED-A053-0B9FC2FA71A3}"/>
              </a:ext>
            </a:extLst>
          </p:cNvPr>
          <p:cNvSpPr txBox="1"/>
          <p:nvPr/>
        </p:nvSpPr>
        <p:spPr>
          <a:xfrm>
            <a:off x="6096000" y="3649685"/>
            <a:ext cx="56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title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DF0226-9810-4B15-A628-BF9BC25EFB73}"/>
              </a:ext>
            </a:extLst>
          </p:cNvPr>
          <p:cNvSpPr txBox="1"/>
          <p:nvPr/>
        </p:nvSpPr>
        <p:spPr>
          <a:xfrm>
            <a:off x="7338432" y="3649685"/>
            <a:ext cx="56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5CEF06-97AD-4E1B-AC9D-1804D08F8571}"/>
              </a:ext>
            </a:extLst>
          </p:cNvPr>
          <p:cNvSpPr txBox="1"/>
          <p:nvPr/>
        </p:nvSpPr>
        <p:spPr>
          <a:xfrm>
            <a:off x="8607348" y="3649685"/>
            <a:ext cx="56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DF6E8-D9C2-4D63-BACF-ACEFD922357B}"/>
              </a:ext>
            </a:extLst>
          </p:cNvPr>
          <p:cNvSpPr txBox="1"/>
          <p:nvPr/>
        </p:nvSpPr>
        <p:spPr>
          <a:xfrm>
            <a:off x="2506501" y="3649685"/>
            <a:ext cx="56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NO.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BB6515-A798-4656-B8CF-CC842A6DCC77}"/>
              </a:ext>
            </a:extLst>
          </p:cNvPr>
          <p:cNvSpPr txBox="1"/>
          <p:nvPr/>
        </p:nvSpPr>
        <p:spPr>
          <a:xfrm>
            <a:off x="0" y="5720347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https://github.com/cheehongsg/CPU/blob/master/source/cputagcommon.h#L398-L411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72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F4260235-0CC9-426B-A54B-7F52E224566F}"/>
              </a:ext>
            </a:extLst>
          </p:cNvPr>
          <p:cNvSpPr txBox="1"/>
          <p:nvPr/>
        </p:nvSpPr>
        <p:spPr>
          <a:xfrm>
            <a:off x="2555488" y="262224"/>
            <a:ext cx="708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第二位，剪切方式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35F7ED5-E7E8-43F5-A238-5D0DE45FA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683119"/>
              </p:ext>
            </p:extLst>
          </p:nvPr>
        </p:nvGraphicFramePr>
        <p:xfrm>
          <a:off x="0" y="1272988"/>
          <a:ext cx="12192000" cy="12657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6146">
                  <a:extLst>
                    <a:ext uri="{9D8B030D-6E8A-4147-A177-3AD203B41FA5}">
                      <a16:colId xmlns:a16="http://schemas.microsoft.com/office/drawing/2014/main" val="3693584962"/>
                    </a:ext>
                  </a:extLst>
                </a:gridCol>
                <a:gridCol w="1218072">
                  <a:extLst>
                    <a:ext uri="{9D8B030D-6E8A-4147-A177-3AD203B41FA5}">
                      <a16:colId xmlns:a16="http://schemas.microsoft.com/office/drawing/2014/main" val="515540346"/>
                    </a:ext>
                  </a:extLst>
                </a:gridCol>
                <a:gridCol w="2486899">
                  <a:extLst>
                    <a:ext uri="{9D8B030D-6E8A-4147-A177-3AD203B41FA5}">
                      <a16:colId xmlns:a16="http://schemas.microsoft.com/office/drawing/2014/main" val="2524780317"/>
                    </a:ext>
                  </a:extLst>
                </a:gridCol>
                <a:gridCol w="2554566">
                  <a:extLst>
                    <a:ext uri="{9D8B030D-6E8A-4147-A177-3AD203B41FA5}">
                      <a16:colId xmlns:a16="http://schemas.microsoft.com/office/drawing/2014/main" val="842635442"/>
                    </a:ext>
                  </a:extLst>
                </a:gridCol>
                <a:gridCol w="3496317">
                  <a:extLst>
                    <a:ext uri="{9D8B030D-6E8A-4147-A177-3AD203B41FA5}">
                      <a16:colId xmlns:a16="http://schemas.microsoft.com/office/drawing/2014/main" val="380816188"/>
                    </a:ext>
                  </a:extLst>
                </a:gridCol>
              </a:tblGrid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05199750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R1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>
                          <a:effectLst/>
                        </a:rPr>
                        <a:t>第三位</a:t>
                      </a:r>
                      <a:r>
                        <a:rPr lang="en-US" altLang="zh-CN" sz="1600" u="none" strike="noStrike">
                          <a:effectLst/>
                        </a:rPr>
                        <a:t>: 0/1 </a:t>
                      </a:r>
                      <a:r>
                        <a:rPr lang="en-US" sz="1600" u="none" strike="noStrike">
                          <a:effectLst/>
                        </a:rPr>
                        <a:t>no/split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085308359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R1 reverse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>
                          <a:effectLst/>
                        </a:rPr>
                        <a:t>第四位：</a:t>
                      </a:r>
                      <a:r>
                        <a:rPr lang="en-US" altLang="zh-CN" sz="1600" u="none" strike="noStrike">
                          <a:effectLst/>
                        </a:rPr>
                        <a:t>0/1 </a:t>
                      </a:r>
                      <a:r>
                        <a:rPr lang="en-US" sz="1600" u="none" strike="noStrike">
                          <a:effectLst/>
                        </a:rPr>
                        <a:t>no/pair (</a:t>
                      </a:r>
                      <a:r>
                        <a:rPr lang="zh-CN" altLang="en-US" sz="1600" u="none" strike="noStrike">
                          <a:effectLst/>
                        </a:rPr>
                        <a:t>配对</a:t>
                      </a:r>
                      <a:r>
                        <a:rPr lang="en-US" altLang="zh-CN" sz="1600" u="none" strike="noStrike">
                          <a:effectLst/>
                        </a:rPr>
                        <a:t>)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255306258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>
                          <a:effectLst/>
                        </a:rPr>
                        <a:t>第五位</a:t>
                      </a:r>
                      <a:r>
                        <a:rPr lang="en-US" altLang="zh-CN" sz="1600" u="none" strike="noStrike">
                          <a:effectLst/>
                        </a:rPr>
                        <a:t>: 0/1 </a:t>
                      </a:r>
                      <a:r>
                        <a:rPr lang="en-US" sz="1600" u="none" strike="noStrike">
                          <a:effectLst/>
                        </a:rPr>
                        <a:t>R1/R2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777446991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R2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>
                          <a:effectLst/>
                        </a:rPr>
                        <a:t>第六位</a:t>
                      </a:r>
                      <a:r>
                        <a:rPr lang="en-US" altLang="zh-CN" sz="1600" u="none" strike="noStrike">
                          <a:effectLst/>
                        </a:rPr>
                        <a:t>: 0/1 </a:t>
                      </a:r>
                      <a:r>
                        <a:rPr lang="en-US" sz="1600" u="none" strike="noStrike">
                          <a:effectLst/>
                        </a:rPr>
                        <a:t>linker/no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359788647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err="1">
                          <a:effectLst/>
                        </a:rPr>
                        <a:t>singlelinker.paired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R2 reverse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>
                          <a:effectLst/>
                        </a:rPr>
                        <a:t>第七位</a:t>
                      </a:r>
                      <a:r>
                        <a:rPr lang="en-US" altLang="zh-CN" sz="1600" u="none" strike="noStrike">
                          <a:effectLst/>
                        </a:rPr>
                        <a:t>: 0/1 </a:t>
                      </a:r>
                      <a:r>
                        <a:rPr lang="en-US" sz="1600" u="none" strike="noStrike">
                          <a:effectLst/>
                        </a:rPr>
                        <a:t>forward/reverse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349456872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1010000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80</a:t>
                      </a:r>
                      <a:r>
                        <a:rPr lang="zh-CN" altLang="en-US" sz="1600" u="none" strike="noStrike">
                          <a:effectLst/>
                        </a:rPr>
                        <a:t>与</a:t>
                      </a:r>
                      <a:r>
                        <a:rPr lang="en-US" altLang="zh-CN" sz="1600" u="none" strike="noStrike">
                          <a:effectLst/>
                        </a:rPr>
                        <a:t>86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87</a:t>
                      </a:r>
                      <a:r>
                        <a:rPr lang="zh-CN" altLang="en-US" sz="1600" u="none" strike="noStrike">
                          <a:effectLst/>
                        </a:rPr>
                        <a:t>共同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093206630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1010010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R1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82</a:t>
                      </a:r>
                      <a:r>
                        <a:rPr lang="zh-CN" altLang="en-US" sz="1600" u="none" strike="noStrike">
                          <a:effectLst/>
                        </a:rPr>
                        <a:t>与</a:t>
                      </a:r>
                      <a:r>
                        <a:rPr lang="en-US" altLang="zh-CN" sz="1600" u="none" strike="noStrike">
                          <a:effectLst/>
                        </a:rPr>
                        <a:t>86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87</a:t>
                      </a:r>
                      <a:r>
                        <a:rPr lang="zh-CN" altLang="en-US" sz="1600" u="none" strike="noStrike">
                          <a:effectLst/>
                        </a:rPr>
                        <a:t>共同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549922957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1010011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R1 reverse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82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83</a:t>
                      </a:r>
                      <a:r>
                        <a:rPr lang="zh-CN" altLang="en-US" sz="1600" u="none" strike="noStrike">
                          <a:effectLst/>
                        </a:rPr>
                        <a:t>与</a:t>
                      </a:r>
                      <a:r>
                        <a:rPr lang="en-US" altLang="zh-CN" sz="1600" u="none" strike="noStrike">
                          <a:effectLst/>
                        </a:rPr>
                        <a:t>84</a:t>
                      </a:r>
                      <a:r>
                        <a:rPr lang="zh-CN" altLang="en-US" sz="1600" u="none" strike="noStrike">
                          <a:effectLst/>
                        </a:rPr>
                        <a:t>共同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031282235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1010100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82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83</a:t>
                      </a:r>
                      <a:r>
                        <a:rPr lang="zh-CN" altLang="en-US" sz="1600" u="none" strike="noStrike">
                          <a:effectLst/>
                        </a:rPr>
                        <a:t>与</a:t>
                      </a:r>
                      <a:r>
                        <a:rPr lang="en-US" altLang="zh-CN" sz="1600" u="none" strike="noStrike">
                          <a:effectLst/>
                        </a:rPr>
                        <a:t>86</a:t>
                      </a:r>
                      <a:r>
                        <a:rPr lang="zh-CN" altLang="en-US" sz="1600" u="none" strike="noStrike">
                          <a:effectLst/>
                        </a:rPr>
                        <a:t>共同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206916165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1010110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R2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82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83</a:t>
                      </a:r>
                      <a:r>
                        <a:rPr lang="zh-CN" altLang="en-US" sz="1600" u="none" strike="noStrike">
                          <a:effectLst/>
                        </a:rPr>
                        <a:t>与</a:t>
                      </a:r>
                      <a:r>
                        <a:rPr lang="en-US" altLang="zh-CN" sz="1600" u="none" strike="noStrike">
                          <a:effectLst/>
                        </a:rPr>
                        <a:t>87</a:t>
                      </a:r>
                      <a:r>
                        <a:rPr lang="zh-CN" altLang="en-US" sz="1600" u="none" strike="noStrike">
                          <a:effectLst/>
                        </a:rPr>
                        <a:t>共同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044943907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1010111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R2 reverse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344224466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1011010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pair R1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90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91</a:t>
                      </a:r>
                      <a:r>
                        <a:rPr lang="zh-CN" altLang="en-US" sz="1600" u="none" strike="noStrike">
                          <a:effectLst/>
                        </a:rPr>
                        <a:t>与</a:t>
                      </a:r>
                      <a:r>
                        <a:rPr lang="en-US" altLang="zh-CN" sz="1600" u="none" strike="noStrike">
                          <a:effectLst/>
                        </a:rPr>
                        <a:t>94</a:t>
                      </a:r>
                      <a:r>
                        <a:rPr lang="zh-CN" altLang="en-US" sz="1600" u="none" strike="noStrike">
                          <a:effectLst/>
                        </a:rPr>
                        <a:t>、</a:t>
                      </a:r>
                      <a:r>
                        <a:rPr lang="en-US" altLang="zh-CN" sz="1600" u="none" strike="noStrike">
                          <a:effectLst/>
                        </a:rPr>
                        <a:t>95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284436940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1011011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pair R1 reverse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095496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1011110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pair R2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677023417"/>
                  </a:ext>
                </a:extLst>
              </a:tr>
              <a:tr h="222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singlelinker.paired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1011111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split pair R2 reverse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26785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err="1">
                          <a:effectLst/>
                        </a:rPr>
                        <a:t>singlelinker.single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64</a:t>
                      </a:r>
                      <a:r>
                        <a:rPr lang="zh-CN" altLang="en-US" sz="1600" u="none" strike="noStrike">
                          <a:effectLst/>
                        </a:rPr>
                        <a:t>和</a:t>
                      </a:r>
                      <a:r>
                        <a:rPr lang="en-US" altLang="zh-CN" sz="1600" u="none" strike="noStrike">
                          <a:effectLst/>
                        </a:rPr>
                        <a:t>72</a:t>
                      </a:r>
                      <a:r>
                        <a:rPr lang="zh-CN" altLang="en-US" sz="1600" u="none" strike="noStrike">
                          <a:effectLst/>
                        </a:rPr>
                        <a:t>有处理不当的情况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66787627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err="1">
                          <a:effectLst/>
                        </a:rPr>
                        <a:t>singlelinker.single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 dirty="0">
                          <a:effectLst/>
                        </a:rPr>
                        <a:t>66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 dirty="0">
                          <a:effectLst/>
                        </a:rPr>
                        <a:t>1000010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R1 linker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87676352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 dirty="0">
                          <a:effectLst/>
                        </a:rPr>
                        <a:t>1000011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R1 reverse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313645701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48096282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1000110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R2 forward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921103884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1000111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R2 reverse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225911406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err="1">
                          <a:effectLst/>
                        </a:rPr>
                        <a:t>singlelinker.single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pair R1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02854872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pair R1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103310386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pair R1 reverse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016517999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pair R2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328547527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1001110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pair R2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60026154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singlelinker.single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1001111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pair R2 reverse linker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033882480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06396415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65659097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1635583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none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522493487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tied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1000100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59052154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tied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1001000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21943876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tied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1001100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pair 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596393947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"1000010"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616847602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67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"1000011"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204669914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"1000110"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383087677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"1000111"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760505049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"1001010"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919464904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"1001011"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888652378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78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"1001110"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47628595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79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"1001111"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4192125924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"1010010"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530546261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"1010011"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498845352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86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"1010110"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270294379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87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"1010111"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R2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29693079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90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"1011010"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736076401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"1011011"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264347593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94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"1011110"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3019245933"/>
                  </a:ext>
                </a:extLst>
              </a:tr>
              <a:tr h="2014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conflict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95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>
                          <a:effectLst/>
                        </a:rPr>
                        <a:t>"1011111"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347" marR="4347" marT="4347" marB="0" anchor="ctr"/>
                </a:tc>
                <a:extLst>
                  <a:ext uri="{0D108BD9-81ED-4DB2-BD59-A6C34878D82A}">
                    <a16:rowId xmlns:a16="http://schemas.microsoft.com/office/drawing/2014/main" val="1756321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85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F4260235-0CC9-426B-A54B-7F52E224566F}"/>
              </a:ext>
            </a:extLst>
          </p:cNvPr>
          <p:cNvSpPr txBox="1"/>
          <p:nvPr/>
        </p:nvSpPr>
        <p:spPr>
          <a:xfrm>
            <a:off x="2555488" y="262224"/>
            <a:ext cx="708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第三位，数值固定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2BE7A68-E9C6-490E-8832-809751D0611B}"/>
              </a:ext>
            </a:extLst>
          </p:cNvPr>
          <p:cNvGraphicFramePr>
            <a:graphicFrameLocks noGrp="1"/>
          </p:cNvGraphicFramePr>
          <p:nvPr/>
        </p:nvGraphicFramePr>
        <p:xfrm>
          <a:off x="1" y="1031665"/>
          <a:ext cx="12192000" cy="5826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15657">
                  <a:extLst>
                    <a:ext uri="{9D8B030D-6E8A-4147-A177-3AD203B41FA5}">
                      <a16:colId xmlns:a16="http://schemas.microsoft.com/office/drawing/2014/main" val="2799017323"/>
                    </a:ext>
                  </a:extLst>
                </a:gridCol>
                <a:gridCol w="1707829">
                  <a:extLst>
                    <a:ext uri="{9D8B030D-6E8A-4147-A177-3AD203B41FA5}">
                      <a16:colId xmlns:a16="http://schemas.microsoft.com/office/drawing/2014/main" val="401604263"/>
                    </a:ext>
                  </a:extLst>
                </a:gridCol>
                <a:gridCol w="3486817">
                  <a:extLst>
                    <a:ext uri="{9D8B030D-6E8A-4147-A177-3AD203B41FA5}">
                      <a16:colId xmlns:a16="http://schemas.microsoft.com/office/drawing/2014/main" val="1785295999"/>
                    </a:ext>
                  </a:extLst>
                </a:gridCol>
                <a:gridCol w="3581697">
                  <a:extLst>
                    <a:ext uri="{9D8B030D-6E8A-4147-A177-3AD203B41FA5}">
                      <a16:colId xmlns:a16="http://schemas.microsoft.com/office/drawing/2014/main" val="726328048"/>
                    </a:ext>
                  </a:extLst>
                </a:gridCol>
              </a:tblGrid>
              <a:tr h="4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singlelinker.paired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1552818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singlelinker.paired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2837455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singlelinker.paired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056238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singlelinker.single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4548241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singlelinker.single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129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5485393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singlelinker.single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0200956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33044531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tied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00000000 00000000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278898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tied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129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6758340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tied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5232884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tied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33154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1000000110000010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10000001 10000010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596462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tied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33409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1000001010000001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10000010 10000001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5954433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conflict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129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00000000 10000001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5253690"/>
                  </a:ext>
                </a:extLst>
              </a:tr>
              <a:tr h="4069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conflict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0000000010000010</a:t>
                      </a:r>
                      <a:endParaRPr lang="en-US" altLang="zh-C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4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00000000 10000010</a:t>
                      </a:r>
                      <a:endParaRPr lang="en-US" altLang="zh-C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2217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196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41E2BE8-FEE0-4B5D-956E-FEBD513AA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35417"/>
              </p:ext>
            </p:extLst>
          </p:nvPr>
        </p:nvGraphicFramePr>
        <p:xfrm>
          <a:off x="0" y="1266092"/>
          <a:ext cx="12192000" cy="5200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6923">
                  <a:extLst>
                    <a:ext uri="{9D8B030D-6E8A-4147-A177-3AD203B41FA5}">
                      <a16:colId xmlns:a16="http://schemas.microsoft.com/office/drawing/2014/main" val="3125946336"/>
                    </a:ext>
                  </a:extLst>
                </a:gridCol>
                <a:gridCol w="1447212">
                  <a:extLst>
                    <a:ext uri="{9D8B030D-6E8A-4147-A177-3AD203B41FA5}">
                      <a16:colId xmlns:a16="http://schemas.microsoft.com/office/drawing/2014/main" val="1469019258"/>
                    </a:ext>
                  </a:extLst>
                </a:gridCol>
                <a:gridCol w="3539241">
                  <a:extLst>
                    <a:ext uri="{9D8B030D-6E8A-4147-A177-3AD203B41FA5}">
                      <a16:colId xmlns:a16="http://schemas.microsoft.com/office/drawing/2014/main" val="3080794165"/>
                    </a:ext>
                  </a:extLst>
                </a:gridCol>
                <a:gridCol w="3688624">
                  <a:extLst>
                    <a:ext uri="{9D8B030D-6E8A-4147-A177-3AD203B41FA5}">
                      <a16:colId xmlns:a16="http://schemas.microsoft.com/office/drawing/2014/main" val="201910289"/>
                    </a:ext>
                  </a:extLst>
                </a:gridCol>
              </a:tblGrid>
              <a:tr h="8068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u="none" strike="noStrike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singlelinker.paired</a:t>
                      </a:r>
                      <a:endParaRPr lang="en-US" sz="3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897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01110000001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011 10000001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13827"/>
                  </a:ext>
                </a:extLst>
              </a:tr>
              <a:tr h="8068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32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singlelinker.paired</a:t>
                      </a:r>
                      <a:endParaRPr lang="en-US" sz="3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898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01110000010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011 10000010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5427859"/>
                  </a:ext>
                </a:extLst>
              </a:tr>
              <a:tr h="7314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singlelinker.single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1153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10010000001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100 10000001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896139"/>
                  </a:ext>
                </a:extLst>
              </a:tr>
              <a:tr h="7314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singlelinker.single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1154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10010000010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100 10000010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73710807"/>
                  </a:ext>
                </a:extLst>
              </a:tr>
              <a:tr h="7079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00000000000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000 00000000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4710764"/>
                  </a:ext>
                </a:extLst>
              </a:tr>
              <a:tr h="7079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tied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288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00100100000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001 00100000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1219179"/>
                  </a:ext>
                </a:extLst>
              </a:tr>
              <a:tr h="70793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conflict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01000000000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800" u="none" strike="noStrike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010 00000000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2569514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4260235-0CC9-426B-A54B-7F52E224566F}"/>
              </a:ext>
            </a:extLst>
          </p:cNvPr>
          <p:cNvSpPr txBox="1"/>
          <p:nvPr/>
        </p:nvSpPr>
        <p:spPr>
          <a:xfrm>
            <a:off x="2555488" y="262224"/>
            <a:ext cx="708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第四位，数值固定</a:t>
            </a:r>
          </a:p>
        </p:txBody>
      </p:sp>
    </p:spTree>
    <p:extLst>
      <p:ext uri="{BB962C8B-B14F-4D97-AF65-F5344CB8AC3E}">
        <p14:creationId xmlns:p14="http://schemas.microsoft.com/office/powerpoint/2010/main" val="279339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717</Words>
  <Application>Microsoft Office PowerPoint</Application>
  <PresentationFormat>宽屏</PresentationFormat>
  <Paragraphs>315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星宇 黄</dc:creator>
  <cp:lastModifiedBy>星宇 黄</cp:lastModifiedBy>
  <cp:revision>7</cp:revision>
  <dcterms:created xsi:type="dcterms:W3CDTF">2025-09-04T02:22:46Z</dcterms:created>
  <dcterms:modified xsi:type="dcterms:W3CDTF">2025-09-04T05:46:53Z</dcterms:modified>
</cp:coreProperties>
</file>